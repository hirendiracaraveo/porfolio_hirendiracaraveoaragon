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0" r:id="rId6"/>
    <p:sldId id="262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120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556CE-32C9-A593-9079-03AD687E2E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DA63F7-F18D-2BE3-DAFE-634E232FC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DA01D-71EC-661F-119F-A1F3018AE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DD4C0-35B3-4546-8830-4687656B08C2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376C6-B868-4E51-4F11-8C815C61C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ADE72-1CC4-D0D4-3CE7-C86191053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1EBCB-7BB3-4458-94F9-2C7BB969F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619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8B645-DBFE-9861-50C9-359FA9B87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D92CA-4642-0C81-BD45-F9DD7224A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F0E27-1E4E-9575-6C55-A38B2C86D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DD4C0-35B3-4546-8830-4687656B08C2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C8E91-2EB3-8C63-3A0D-D79C6795C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A6405-8BDE-B19C-D33D-B2FC1BCF0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1EBCB-7BB3-4458-94F9-2C7BB969F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044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9A790-81B2-BC9B-F80E-5027A0E0B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CA2BA4-32AB-B07D-9999-711006667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09F89-248D-DC3E-978F-F4F413670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DD4C0-35B3-4546-8830-4687656B08C2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C3A00-B713-9108-0AE5-32BB4510D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5D6BB-39DA-25F8-A692-5F97777B1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1EBCB-7BB3-4458-94F9-2C7BB969F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514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64259-5596-6199-6910-836FB327C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1F719-9277-BF4A-204D-44FFF1FA84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5B36E8-25DA-773F-0AC0-AE26A22612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426B33-B255-B8DF-868D-2BFDF15A5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DD4C0-35B3-4546-8830-4687656B08C2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CFA02F-6F03-227A-E4C3-EFE6DD769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0FC784-4945-998C-118C-2E0C881E3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1EBCB-7BB3-4458-94F9-2C7BB969F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734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D3277-87C6-A53A-A2C8-863D9E6A4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112A1-EFC7-34C1-778A-6DB3781F3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64D44A-9F70-2706-EBC3-655023091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6E0254-1977-E7E3-549D-F0224BF95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8E6F2A-D80A-BA09-3CE5-46CD28AF7B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0DBD97-6AB8-605E-7DD2-389A4E195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DD4C0-35B3-4546-8830-4687656B08C2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D4A12C-8BC4-A2F9-1004-EA915E9E5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F8DB91-7A5E-1855-D484-FC66C5C71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1EBCB-7BB3-4458-94F9-2C7BB969F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095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7DFAC-00A0-8991-5215-4726C8038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0CFAA4-91D5-361A-4FA9-19905D3BE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DD4C0-35B3-4546-8830-4687656B08C2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932F2A-4292-B365-DAFC-7EEFF2354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706F90-7821-6F1F-ADE8-2898F0899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1EBCB-7BB3-4458-94F9-2C7BB969F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002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90D724-B75C-BE3E-E6A7-B00060B8C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DD4C0-35B3-4546-8830-4687656B08C2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84568F-4E36-7DC4-F375-A47B1BB68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CB6FE-9D3F-CC2A-E367-1F5909587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1EBCB-7BB3-4458-94F9-2C7BB969F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198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18672-C41B-B656-3E3E-A6C1D854E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C9E88-7089-F657-EDB9-4F2123F87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0CE316-2269-82CC-D769-FA01DD4263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CADE87-2219-EE77-07DA-DFF5E363F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DD4C0-35B3-4546-8830-4687656B08C2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9BB5DB-58AC-1728-6632-C4CD81775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52C582-F6D0-9002-1AB0-E43ECE834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1EBCB-7BB3-4458-94F9-2C7BB969F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30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28AB1-A335-1E0F-74B2-41F35B9C8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06C999-3E12-3AEC-9BA4-F21A39AB12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0D412D-D79C-9ED8-9976-B53CC39FB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C64FCD-FAB8-4656-E53A-ED30FCC27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DD4C0-35B3-4546-8830-4687656B08C2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D889B5-65F7-1104-939F-B766513F4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167EC1-C4EB-6C9F-8CA0-E7C564DED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1EBCB-7BB3-4458-94F9-2C7BB969F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64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BED47-82A8-CF12-6A82-A72140BDD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C7D394-5D3F-EE5A-5CB9-7C37FDB95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DA120-0A8C-DB15-A70C-15A6E45E8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DD4C0-35B3-4546-8830-4687656B08C2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F4CF8-AB3A-1337-79E1-957751BBC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71638-49A3-A484-0961-630D11666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1EBCB-7BB3-4458-94F9-2C7BB969F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65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B28B9A-894C-633E-D83C-FA40DA019D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F58748-2B22-46B6-7D1B-F7E8FF50B6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5EA8B-EC24-B931-0C6C-66BBA75C7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DD4C0-35B3-4546-8830-4687656B08C2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F554-79B3-BC4B-58E7-6E40468D8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9E1BF-832C-8EC4-A2F3-383091449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1EBCB-7BB3-4458-94F9-2C7BB969F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660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C63F78-3031-8D8C-CB58-646FE99F1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1142C7-9CC6-927C-D8F0-6A0B5EBF0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8CB94-AF9E-76A3-511A-2BDC85BEFC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4DD4C0-35B3-4546-8830-4687656B08C2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F9809-B03A-89B1-B7F9-E6AA2D0F6B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11ACF-E24D-3D58-4DD8-04ADA7290D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01EBCB-7BB3-4458-94F9-2C7BB969F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701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techmavi.com/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7940BB-FBC4-492E-BD92-3B7B914D0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7FE540-07C7-975A-53E4-134C7B4E85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3988" y="320041"/>
            <a:ext cx="6707084" cy="3892668"/>
          </a:xfrm>
        </p:spPr>
        <p:txBody>
          <a:bodyPr>
            <a:normAutofit/>
          </a:bodyPr>
          <a:lstStyle/>
          <a:p>
            <a:pPr algn="l"/>
            <a:r>
              <a:rPr lang="en-US" sz="6600"/>
              <a:t>TopPLate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53E3A5-014A-5B8B-A4E0-6FBCD4D8D2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3699" y="4631161"/>
            <a:ext cx="6707366" cy="1569486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Hirendira Caraveo Aragon 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B929F6-BBD0-A7BA-B3AB-078CDCEFB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26248"/>
            <a:ext cx="4087368" cy="4087368"/>
          </a:xfrm>
          <a:prstGeom prst="rect">
            <a:avLst/>
          </a:prstGeom>
        </p:spPr>
      </p:pic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3987" y="4409267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969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C77CFB-BAFD-F539-A206-C18DEFC59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About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FB55E-C6F9-EA70-FA76-21541BB64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dirty="0"/>
              <a:t>Finding new places to eat has never been easier!</a:t>
            </a:r>
          </a:p>
          <a:p>
            <a:r>
              <a:rPr lang="en-US" sz="2200" dirty="0"/>
              <a:t> Join on your own or together and pick where you want to eat.</a:t>
            </a:r>
          </a:p>
          <a:p>
            <a:r>
              <a:rPr lang="en-US" sz="2200" dirty="0"/>
              <a:t> Pick your screenname, create a group, swipe on places to eat, and go enjoy your meal!</a:t>
            </a:r>
          </a:p>
        </p:txBody>
      </p:sp>
    </p:spTree>
    <p:extLst>
      <p:ext uri="{BB962C8B-B14F-4D97-AF65-F5344CB8AC3E}">
        <p14:creationId xmlns:p14="http://schemas.microsoft.com/office/powerpoint/2010/main" val="466117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8E360B-5B9B-44A0-21B7-8DE411BFE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78C784E-948C-60D1-7AD5-E7E2747CF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7078A5-C46E-BD81-1A38-101457F8E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Audience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CA4CAA58-25D8-AFC2-A5C0-F8AEF02E45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8A553-A52B-EDAB-E00F-B6B93148A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400" dirty="0"/>
              <a:t>Students</a:t>
            </a:r>
          </a:p>
          <a:p>
            <a:r>
              <a:rPr lang="en-US" sz="2400" dirty="0"/>
              <a:t>Newly weds</a:t>
            </a:r>
          </a:p>
          <a:p>
            <a:r>
              <a:rPr lang="en-US" sz="2400" dirty="0"/>
              <a:t>Population 16 to 35 </a:t>
            </a:r>
          </a:p>
        </p:txBody>
      </p:sp>
    </p:spTree>
    <p:extLst>
      <p:ext uri="{BB962C8B-B14F-4D97-AF65-F5344CB8AC3E}">
        <p14:creationId xmlns:p14="http://schemas.microsoft.com/office/powerpoint/2010/main" val="517535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04AEAA-FEBD-50D5-C976-22B0B16C4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87A957-C804-3380-03CC-32FD5FE86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B711C8-79F4-79D3-E0C5-7EA320184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App framework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34AE5DE-7E1B-E4CE-D880-7E64FAE2E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8DBEDB-EA0F-8682-5692-50568C10DF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7880" y="2121496"/>
            <a:ext cx="8590382" cy="4366303"/>
          </a:xfrm>
        </p:spPr>
      </p:pic>
    </p:spTree>
    <p:extLst>
      <p:ext uri="{BB962C8B-B14F-4D97-AF65-F5344CB8AC3E}">
        <p14:creationId xmlns:p14="http://schemas.microsoft.com/office/powerpoint/2010/main" val="1971324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5644D1-8C21-043C-1AA8-C3D984B4D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3C3E5D51-F8E7-4DCA-AAE7-E43895B7D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566261-2AF8-887F-0FA4-25FA107D2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15" y="3930305"/>
            <a:ext cx="3861960" cy="2437244"/>
          </a:xfrm>
        </p:spPr>
        <p:txBody>
          <a:bodyPr anchor="ctr">
            <a:normAutofit/>
          </a:bodyPr>
          <a:lstStyle/>
          <a:p>
            <a:r>
              <a:rPr lang="en-US" sz="3600"/>
              <a:t>Website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35578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7C5BB9-298E-947E-A7FB-4FA1598B8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2220" y="896095"/>
            <a:ext cx="2507107" cy="17863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0947E7-13CA-0488-93D2-8F54EC384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6516" y="896095"/>
            <a:ext cx="2507982" cy="17806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F92129F-02FE-C7C5-3F3A-2422F03706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368" y="899230"/>
            <a:ext cx="2507982" cy="17743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8BA478-AA08-A7C6-5E23-EB743040E1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630" y="979129"/>
            <a:ext cx="2515016" cy="1694498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635346" y="5126067"/>
            <a:ext cx="219456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A6362-860B-F6A0-C9A9-5ED37F6BE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2719" y="3930305"/>
            <a:ext cx="6586915" cy="2437244"/>
          </a:xfrm>
        </p:spPr>
        <p:txBody>
          <a:bodyPr anchor="ctr">
            <a:normAutofit/>
          </a:bodyPr>
          <a:lstStyle/>
          <a:p>
            <a:r>
              <a:rPr lang="en-US" sz="2000">
                <a:hlinkClick r:id="rId6"/>
              </a:rPr>
              <a:t>https://www.techmavi.com/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309339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37CFF9-7AC5-FB8E-A8F9-9DB78360D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33EE32-40D6-8F95-006C-30553937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Contracts</a:t>
            </a:r>
          </a:p>
        </p:txBody>
      </p:sp>
      <p:sp>
        <p:nvSpPr>
          <p:cNvPr id="3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BA7C93F-D298-E41B-F2E5-05AA483E6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2697480"/>
            <a:ext cx="4824389" cy="35579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A75CEA9-8513-C194-A8B6-222FE94AF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4547" y="2697480"/>
            <a:ext cx="5339840" cy="3831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880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95D519-A7EF-C15C-03FB-0B72947BA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0F38DE2-3D57-C421-A59E-335A34C44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F00F0D-CAA5-B077-D19F-1FB7E675D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Example of code that I used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0502C876-D6BC-1E1B-935D-B652EE6C15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599B8F5-D55B-F667-1C22-5B2316C22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8813"/>
            <a:ext cx="10515600" cy="4252912"/>
          </a:xfrm>
        </p:spPr>
        <p:txBody>
          <a:bodyPr>
            <a:normAutofit fontScale="47500" lnSpcReduction="20000"/>
          </a:bodyPr>
          <a:lstStyle/>
          <a:p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picture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srcset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="img1.jpg"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media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="(max-width: 600px)"&gt;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srcset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="img_2.jpg"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media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="(max-width: 1500px)"&gt;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srcset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=“f.jpg"&gt;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="img_smal.jpg"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alt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="F"&gt;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/picture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endParaRPr lang="en-US" dirty="0">
              <a:solidFill>
                <a:srgbClr val="0000CD"/>
              </a:solidFill>
              <a:latin typeface="Consolas" panose="020B0609020204030204" pitchFamily="49" charset="0"/>
            </a:endParaRPr>
          </a:p>
          <a:p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.left, .right 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float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left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width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20%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The width is 20%, by default */</a:t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</a:br>
            <a:b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.main 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float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left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width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60%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The width is 60%, by default */</a:t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</a:br>
            <a:b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Use a media query to add a breakpoint at 800px: */</a:t>
            </a:r>
            <a:b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@media screen and (max-width: 800px) 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  .left, .main, .right 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  width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100%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The width is 100%, when the viewport is 800px or smaller */</a:t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/style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416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271</Words>
  <Application>Microsoft Office PowerPoint</Application>
  <PresentationFormat>Widescreen</PresentationFormat>
  <Paragraphs>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Consolas</vt:lpstr>
      <vt:lpstr>Office Theme</vt:lpstr>
      <vt:lpstr>TopPLate</vt:lpstr>
      <vt:lpstr>About</vt:lpstr>
      <vt:lpstr>Audience</vt:lpstr>
      <vt:lpstr>App framework</vt:lpstr>
      <vt:lpstr>Website</vt:lpstr>
      <vt:lpstr>Contracts</vt:lpstr>
      <vt:lpstr>Example of code that I used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Hirendira Caraveo Aragon</dc:creator>
  <cp:lastModifiedBy>Hirendira Caraveo Aragon</cp:lastModifiedBy>
  <cp:revision>2</cp:revision>
  <dcterms:created xsi:type="dcterms:W3CDTF">2024-11-07T17:44:14Z</dcterms:created>
  <dcterms:modified xsi:type="dcterms:W3CDTF">2024-11-07T19:08:53Z</dcterms:modified>
</cp:coreProperties>
</file>