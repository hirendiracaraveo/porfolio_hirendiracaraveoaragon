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sldIdLst>
    <p:sldId id="257" r:id="rId2"/>
    <p:sldId id="264" r:id="rId3"/>
    <p:sldId id="259" r:id="rId4"/>
    <p:sldId id="260" r:id="rId5"/>
    <p:sldId id="265" r:id="rId6"/>
    <p:sldId id="267" r:id="rId7"/>
    <p:sldId id="262" r:id="rId8"/>
    <p:sldId id="263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9A6655-8A50-4EC9-A672-7A480F398FE6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371E33-C94E-4148-84FB-3C8153E668BE}">
      <dgm:prSet/>
      <dgm:spPr/>
      <dgm:t>
        <a:bodyPr/>
        <a:lstStyle/>
        <a:p>
          <a:r>
            <a:rPr lang="en-US"/>
            <a:t>Create</a:t>
          </a:r>
        </a:p>
      </dgm:t>
    </dgm:pt>
    <dgm:pt modelId="{847F3479-8A39-46BF-8D23-B10E4117850E}" type="parTrans" cxnId="{C2DEFF86-966C-444A-91BF-2A666D949435}">
      <dgm:prSet/>
      <dgm:spPr/>
      <dgm:t>
        <a:bodyPr/>
        <a:lstStyle/>
        <a:p>
          <a:endParaRPr lang="en-US"/>
        </a:p>
      </dgm:t>
    </dgm:pt>
    <dgm:pt modelId="{A690E0F0-50BE-4B92-86ED-F129962EB6F3}" type="sibTrans" cxnId="{C2DEFF86-966C-444A-91BF-2A666D949435}">
      <dgm:prSet/>
      <dgm:spPr/>
      <dgm:t>
        <a:bodyPr/>
        <a:lstStyle/>
        <a:p>
          <a:endParaRPr lang="en-US"/>
        </a:p>
      </dgm:t>
    </dgm:pt>
    <dgm:pt modelId="{9E8C8163-C813-4A50-BB90-FBF76273AB42}">
      <dgm:prSet/>
      <dgm:spPr/>
      <dgm:t>
        <a:bodyPr/>
        <a:lstStyle/>
        <a:p>
          <a:r>
            <a:rPr lang="en-US"/>
            <a:t>Create a logo</a:t>
          </a:r>
        </a:p>
      </dgm:t>
    </dgm:pt>
    <dgm:pt modelId="{2EFF482F-CC43-4BD4-925C-E5B18BF03511}" type="parTrans" cxnId="{38AD2C60-C337-47B3-B772-A717D94C219A}">
      <dgm:prSet/>
      <dgm:spPr/>
      <dgm:t>
        <a:bodyPr/>
        <a:lstStyle/>
        <a:p>
          <a:endParaRPr lang="en-US"/>
        </a:p>
      </dgm:t>
    </dgm:pt>
    <dgm:pt modelId="{602C5F1D-CE12-4282-B146-6C6F7C4D5354}" type="sibTrans" cxnId="{38AD2C60-C337-47B3-B772-A717D94C219A}">
      <dgm:prSet/>
      <dgm:spPr/>
      <dgm:t>
        <a:bodyPr/>
        <a:lstStyle/>
        <a:p>
          <a:endParaRPr lang="en-US"/>
        </a:p>
      </dgm:t>
    </dgm:pt>
    <dgm:pt modelId="{D50E4411-FA81-462C-A188-BCB5481CB6F3}">
      <dgm:prSet/>
      <dgm:spPr/>
      <dgm:t>
        <a:bodyPr/>
        <a:lstStyle/>
        <a:p>
          <a:r>
            <a:rPr lang="en-US"/>
            <a:t>Create</a:t>
          </a:r>
        </a:p>
      </dgm:t>
    </dgm:pt>
    <dgm:pt modelId="{B26EEC36-D5B2-4C64-B6D2-88BF6CABE47F}" type="parTrans" cxnId="{A47DF402-87DA-4129-9B85-1EB36DD13342}">
      <dgm:prSet/>
      <dgm:spPr/>
      <dgm:t>
        <a:bodyPr/>
        <a:lstStyle/>
        <a:p>
          <a:endParaRPr lang="en-US"/>
        </a:p>
      </dgm:t>
    </dgm:pt>
    <dgm:pt modelId="{2102D6F0-49FB-46A7-B78C-5184D64B4312}" type="sibTrans" cxnId="{A47DF402-87DA-4129-9B85-1EB36DD13342}">
      <dgm:prSet/>
      <dgm:spPr/>
      <dgm:t>
        <a:bodyPr/>
        <a:lstStyle/>
        <a:p>
          <a:endParaRPr lang="en-US"/>
        </a:p>
      </dgm:t>
    </dgm:pt>
    <dgm:pt modelId="{8A003283-E715-42DC-A492-3744F2103514}">
      <dgm:prSet/>
      <dgm:spPr/>
      <dgm:t>
        <a:bodyPr/>
        <a:lstStyle/>
        <a:p>
          <a:r>
            <a:rPr lang="en-US"/>
            <a:t>Create a website</a:t>
          </a:r>
        </a:p>
      </dgm:t>
    </dgm:pt>
    <dgm:pt modelId="{181BDBA4-9A3A-43E4-A7CF-75350BCA5DC3}" type="parTrans" cxnId="{4E42E57B-6220-4C61-A1A8-BFCEA42084B2}">
      <dgm:prSet/>
      <dgm:spPr/>
      <dgm:t>
        <a:bodyPr/>
        <a:lstStyle/>
        <a:p>
          <a:endParaRPr lang="en-US"/>
        </a:p>
      </dgm:t>
    </dgm:pt>
    <dgm:pt modelId="{3A4A4991-1427-46F7-89B7-5A1B9908F53A}" type="sibTrans" cxnId="{4E42E57B-6220-4C61-A1A8-BFCEA42084B2}">
      <dgm:prSet/>
      <dgm:spPr/>
      <dgm:t>
        <a:bodyPr/>
        <a:lstStyle/>
        <a:p>
          <a:endParaRPr lang="en-US"/>
        </a:p>
      </dgm:t>
    </dgm:pt>
    <dgm:pt modelId="{95F74551-921B-4EE6-BA72-BFB32713C97B}">
      <dgm:prSet/>
      <dgm:spPr/>
      <dgm:t>
        <a:bodyPr/>
        <a:lstStyle/>
        <a:p>
          <a:r>
            <a:rPr lang="en-US"/>
            <a:t>Apply</a:t>
          </a:r>
        </a:p>
      </dgm:t>
    </dgm:pt>
    <dgm:pt modelId="{E87F4423-07F9-44F7-AD34-F93C115CC063}" type="parTrans" cxnId="{DC8C93BE-A876-48AA-8AE9-AD668287785D}">
      <dgm:prSet/>
      <dgm:spPr/>
      <dgm:t>
        <a:bodyPr/>
        <a:lstStyle/>
        <a:p>
          <a:endParaRPr lang="en-US"/>
        </a:p>
      </dgm:t>
    </dgm:pt>
    <dgm:pt modelId="{4E4BD3BC-7926-486F-8324-6473547495C5}" type="sibTrans" cxnId="{DC8C93BE-A876-48AA-8AE9-AD668287785D}">
      <dgm:prSet/>
      <dgm:spPr/>
      <dgm:t>
        <a:bodyPr/>
        <a:lstStyle/>
        <a:p>
          <a:endParaRPr lang="en-US"/>
        </a:p>
      </dgm:t>
    </dgm:pt>
    <dgm:pt modelId="{CFFAA8AF-BC56-4D1A-9576-42138414093E}">
      <dgm:prSet/>
      <dgm:spPr/>
      <dgm:t>
        <a:bodyPr/>
        <a:lstStyle/>
        <a:p>
          <a:r>
            <a:rPr lang="en-US" dirty="0"/>
            <a:t>UX design knowledge and dev knowledge a combo of all the classes</a:t>
          </a:r>
        </a:p>
      </dgm:t>
    </dgm:pt>
    <dgm:pt modelId="{F8A044F5-F826-404D-AB03-E425B83B02CE}" type="parTrans" cxnId="{0BCEAE1C-E117-46FC-8BE3-4BFBC2457203}">
      <dgm:prSet/>
      <dgm:spPr/>
      <dgm:t>
        <a:bodyPr/>
        <a:lstStyle/>
        <a:p>
          <a:endParaRPr lang="en-US"/>
        </a:p>
      </dgm:t>
    </dgm:pt>
    <dgm:pt modelId="{D5D59C6A-6EF3-4A86-9ED4-815F5F3DD098}" type="sibTrans" cxnId="{0BCEAE1C-E117-46FC-8BE3-4BFBC2457203}">
      <dgm:prSet/>
      <dgm:spPr/>
      <dgm:t>
        <a:bodyPr/>
        <a:lstStyle/>
        <a:p>
          <a:endParaRPr lang="en-US"/>
        </a:p>
      </dgm:t>
    </dgm:pt>
    <dgm:pt modelId="{008B6403-105B-40F2-B00E-AFE8753A2A79}" type="pres">
      <dgm:prSet presAssocID="{B49A6655-8A50-4EC9-A672-7A480F398FE6}" presName="Name0" presStyleCnt="0">
        <dgm:presLayoutVars>
          <dgm:dir/>
          <dgm:animLvl val="lvl"/>
          <dgm:resizeHandles val="exact"/>
        </dgm:presLayoutVars>
      </dgm:prSet>
      <dgm:spPr/>
    </dgm:pt>
    <dgm:pt modelId="{12382247-1094-412D-B994-5D6AD547C472}" type="pres">
      <dgm:prSet presAssocID="{C1371E33-C94E-4148-84FB-3C8153E668BE}" presName="linNode" presStyleCnt="0"/>
      <dgm:spPr/>
    </dgm:pt>
    <dgm:pt modelId="{CD869EE8-B925-415D-96D2-490267DFD285}" type="pres">
      <dgm:prSet presAssocID="{C1371E33-C94E-4148-84FB-3C8153E668BE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4D1BC97A-4970-488E-851B-C570D1038B3B}" type="pres">
      <dgm:prSet presAssocID="{C1371E33-C94E-4148-84FB-3C8153E668BE}" presName="descendantText" presStyleLbl="alignAccFollowNode1" presStyleIdx="0" presStyleCnt="3">
        <dgm:presLayoutVars>
          <dgm:bulletEnabled/>
        </dgm:presLayoutVars>
      </dgm:prSet>
      <dgm:spPr/>
    </dgm:pt>
    <dgm:pt modelId="{07914CB5-D367-4B65-930D-3B4653969657}" type="pres">
      <dgm:prSet presAssocID="{A690E0F0-50BE-4B92-86ED-F129962EB6F3}" presName="sp" presStyleCnt="0"/>
      <dgm:spPr/>
    </dgm:pt>
    <dgm:pt modelId="{120C3D6C-B699-426E-ABB5-67B65BFCF47D}" type="pres">
      <dgm:prSet presAssocID="{D50E4411-FA81-462C-A188-BCB5481CB6F3}" presName="linNode" presStyleCnt="0"/>
      <dgm:spPr/>
    </dgm:pt>
    <dgm:pt modelId="{93ADD24E-2B6E-41A1-B5C7-7FAA56E6C2BE}" type="pres">
      <dgm:prSet presAssocID="{D50E4411-FA81-462C-A188-BCB5481CB6F3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F0731D8E-AFD7-4845-9F9D-5F014271C2E4}" type="pres">
      <dgm:prSet presAssocID="{D50E4411-FA81-462C-A188-BCB5481CB6F3}" presName="descendantText" presStyleLbl="alignAccFollowNode1" presStyleIdx="1" presStyleCnt="3">
        <dgm:presLayoutVars>
          <dgm:bulletEnabled/>
        </dgm:presLayoutVars>
      </dgm:prSet>
      <dgm:spPr/>
    </dgm:pt>
    <dgm:pt modelId="{B8058106-A55D-4E8F-8703-250B48E9CC25}" type="pres">
      <dgm:prSet presAssocID="{2102D6F0-49FB-46A7-B78C-5184D64B4312}" presName="sp" presStyleCnt="0"/>
      <dgm:spPr/>
    </dgm:pt>
    <dgm:pt modelId="{9C22F646-F814-469F-91A4-ED4D83EA7907}" type="pres">
      <dgm:prSet presAssocID="{95F74551-921B-4EE6-BA72-BFB32713C97B}" presName="linNode" presStyleCnt="0"/>
      <dgm:spPr/>
    </dgm:pt>
    <dgm:pt modelId="{2AD986BD-EC7D-4305-A717-75F0615948B4}" type="pres">
      <dgm:prSet presAssocID="{95F74551-921B-4EE6-BA72-BFB32713C97B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5B865252-DF90-4B31-87BA-B9FEEA096BEB}" type="pres">
      <dgm:prSet presAssocID="{95F74551-921B-4EE6-BA72-BFB32713C97B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F6C84601-DF35-47D5-AECC-02E3D2362CBF}" type="presOf" srcId="{CFFAA8AF-BC56-4D1A-9576-42138414093E}" destId="{5B865252-DF90-4B31-87BA-B9FEEA096BEB}" srcOrd="0" destOrd="0" presId="urn:microsoft.com/office/officeart/2016/7/layout/VerticalSolidActionList"/>
    <dgm:cxn modelId="{A47DF402-87DA-4129-9B85-1EB36DD13342}" srcId="{B49A6655-8A50-4EC9-A672-7A480F398FE6}" destId="{D50E4411-FA81-462C-A188-BCB5481CB6F3}" srcOrd="1" destOrd="0" parTransId="{B26EEC36-D5B2-4C64-B6D2-88BF6CABE47F}" sibTransId="{2102D6F0-49FB-46A7-B78C-5184D64B4312}"/>
    <dgm:cxn modelId="{8A24B118-3336-4746-975B-643A8FDDAA37}" type="presOf" srcId="{8A003283-E715-42DC-A492-3744F2103514}" destId="{F0731D8E-AFD7-4845-9F9D-5F014271C2E4}" srcOrd="0" destOrd="0" presId="urn:microsoft.com/office/officeart/2016/7/layout/VerticalSolidActionList"/>
    <dgm:cxn modelId="{0BCEAE1C-E117-46FC-8BE3-4BFBC2457203}" srcId="{95F74551-921B-4EE6-BA72-BFB32713C97B}" destId="{CFFAA8AF-BC56-4D1A-9576-42138414093E}" srcOrd="0" destOrd="0" parTransId="{F8A044F5-F826-404D-AB03-E425B83B02CE}" sibTransId="{D5D59C6A-6EF3-4A86-9ED4-815F5F3DD098}"/>
    <dgm:cxn modelId="{38AD2C60-C337-47B3-B772-A717D94C219A}" srcId="{C1371E33-C94E-4148-84FB-3C8153E668BE}" destId="{9E8C8163-C813-4A50-BB90-FBF76273AB42}" srcOrd="0" destOrd="0" parTransId="{2EFF482F-CC43-4BD4-925C-E5B18BF03511}" sibTransId="{602C5F1D-CE12-4282-B146-6C6F7C4D5354}"/>
    <dgm:cxn modelId="{8B412A4B-1011-47B2-9A37-FBC3217AAB5E}" type="presOf" srcId="{C1371E33-C94E-4148-84FB-3C8153E668BE}" destId="{CD869EE8-B925-415D-96D2-490267DFD285}" srcOrd="0" destOrd="0" presId="urn:microsoft.com/office/officeart/2016/7/layout/VerticalSolidActionList"/>
    <dgm:cxn modelId="{4E42E57B-6220-4C61-A1A8-BFCEA42084B2}" srcId="{D50E4411-FA81-462C-A188-BCB5481CB6F3}" destId="{8A003283-E715-42DC-A492-3744F2103514}" srcOrd="0" destOrd="0" parTransId="{181BDBA4-9A3A-43E4-A7CF-75350BCA5DC3}" sibTransId="{3A4A4991-1427-46F7-89B7-5A1B9908F53A}"/>
    <dgm:cxn modelId="{C2DEFF86-966C-444A-91BF-2A666D949435}" srcId="{B49A6655-8A50-4EC9-A672-7A480F398FE6}" destId="{C1371E33-C94E-4148-84FB-3C8153E668BE}" srcOrd="0" destOrd="0" parTransId="{847F3479-8A39-46BF-8D23-B10E4117850E}" sibTransId="{A690E0F0-50BE-4B92-86ED-F129962EB6F3}"/>
    <dgm:cxn modelId="{FF56198A-6345-4BA9-A819-428EB1098F4E}" type="presOf" srcId="{D50E4411-FA81-462C-A188-BCB5481CB6F3}" destId="{93ADD24E-2B6E-41A1-B5C7-7FAA56E6C2BE}" srcOrd="0" destOrd="0" presId="urn:microsoft.com/office/officeart/2016/7/layout/VerticalSolidActionList"/>
    <dgm:cxn modelId="{DB5E50B4-5050-4549-A976-F3236C796C77}" type="presOf" srcId="{9E8C8163-C813-4A50-BB90-FBF76273AB42}" destId="{4D1BC97A-4970-488E-851B-C570D1038B3B}" srcOrd="0" destOrd="0" presId="urn:microsoft.com/office/officeart/2016/7/layout/VerticalSolidActionList"/>
    <dgm:cxn modelId="{DC8C93BE-A876-48AA-8AE9-AD668287785D}" srcId="{B49A6655-8A50-4EC9-A672-7A480F398FE6}" destId="{95F74551-921B-4EE6-BA72-BFB32713C97B}" srcOrd="2" destOrd="0" parTransId="{E87F4423-07F9-44F7-AD34-F93C115CC063}" sibTransId="{4E4BD3BC-7926-486F-8324-6473547495C5}"/>
    <dgm:cxn modelId="{793AF9E3-6AA7-4825-AAE0-0C64463D4659}" type="presOf" srcId="{B49A6655-8A50-4EC9-A672-7A480F398FE6}" destId="{008B6403-105B-40F2-B00E-AFE8753A2A79}" srcOrd="0" destOrd="0" presId="urn:microsoft.com/office/officeart/2016/7/layout/VerticalSolidActionList"/>
    <dgm:cxn modelId="{502EC3E6-5AAD-4AE8-8E63-14A99846D8BF}" type="presOf" srcId="{95F74551-921B-4EE6-BA72-BFB32713C97B}" destId="{2AD986BD-EC7D-4305-A717-75F0615948B4}" srcOrd="0" destOrd="0" presId="urn:microsoft.com/office/officeart/2016/7/layout/VerticalSolidActionList"/>
    <dgm:cxn modelId="{09AD653F-4496-4F56-A49A-D844625A168F}" type="presParOf" srcId="{008B6403-105B-40F2-B00E-AFE8753A2A79}" destId="{12382247-1094-412D-B994-5D6AD547C472}" srcOrd="0" destOrd="0" presId="urn:microsoft.com/office/officeart/2016/7/layout/VerticalSolidActionList"/>
    <dgm:cxn modelId="{EFC82F7A-D52D-49D1-913B-1D254BB0E625}" type="presParOf" srcId="{12382247-1094-412D-B994-5D6AD547C472}" destId="{CD869EE8-B925-415D-96D2-490267DFD285}" srcOrd="0" destOrd="0" presId="urn:microsoft.com/office/officeart/2016/7/layout/VerticalSolidActionList"/>
    <dgm:cxn modelId="{C4728422-B7DB-4323-A349-26A11A7B53C7}" type="presParOf" srcId="{12382247-1094-412D-B994-5D6AD547C472}" destId="{4D1BC97A-4970-488E-851B-C570D1038B3B}" srcOrd="1" destOrd="0" presId="urn:microsoft.com/office/officeart/2016/7/layout/VerticalSolidActionList"/>
    <dgm:cxn modelId="{DD4B18AF-DA26-4DC2-BFC1-F1C1B26F11C3}" type="presParOf" srcId="{008B6403-105B-40F2-B00E-AFE8753A2A79}" destId="{07914CB5-D367-4B65-930D-3B4653969657}" srcOrd="1" destOrd="0" presId="urn:microsoft.com/office/officeart/2016/7/layout/VerticalSolidActionList"/>
    <dgm:cxn modelId="{47E1949D-D61D-4FA6-A616-602DAFF103F3}" type="presParOf" srcId="{008B6403-105B-40F2-B00E-AFE8753A2A79}" destId="{120C3D6C-B699-426E-ABB5-67B65BFCF47D}" srcOrd="2" destOrd="0" presId="urn:microsoft.com/office/officeart/2016/7/layout/VerticalSolidActionList"/>
    <dgm:cxn modelId="{F72E1E6B-7F59-4A69-BCA8-E5925C332386}" type="presParOf" srcId="{120C3D6C-B699-426E-ABB5-67B65BFCF47D}" destId="{93ADD24E-2B6E-41A1-B5C7-7FAA56E6C2BE}" srcOrd="0" destOrd="0" presId="urn:microsoft.com/office/officeart/2016/7/layout/VerticalSolidActionList"/>
    <dgm:cxn modelId="{84D82FC1-BFDB-4479-8062-13EF87EFBCD2}" type="presParOf" srcId="{120C3D6C-B699-426E-ABB5-67B65BFCF47D}" destId="{F0731D8E-AFD7-4845-9F9D-5F014271C2E4}" srcOrd="1" destOrd="0" presId="urn:microsoft.com/office/officeart/2016/7/layout/VerticalSolidActionList"/>
    <dgm:cxn modelId="{AA8F2C2E-A555-4014-B9DA-1C82554A4905}" type="presParOf" srcId="{008B6403-105B-40F2-B00E-AFE8753A2A79}" destId="{B8058106-A55D-4E8F-8703-250B48E9CC25}" srcOrd="3" destOrd="0" presId="urn:microsoft.com/office/officeart/2016/7/layout/VerticalSolidActionList"/>
    <dgm:cxn modelId="{AA91CCFE-692F-4284-8264-22236BFB0531}" type="presParOf" srcId="{008B6403-105B-40F2-B00E-AFE8753A2A79}" destId="{9C22F646-F814-469F-91A4-ED4D83EA7907}" srcOrd="4" destOrd="0" presId="urn:microsoft.com/office/officeart/2016/7/layout/VerticalSolidActionList"/>
    <dgm:cxn modelId="{50D8F2F2-B227-49B6-BF0A-24A9DC7C6AAD}" type="presParOf" srcId="{9C22F646-F814-469F-91A4-ED4D83EA7907}" destId="{2AD986BD-EC7D-4305-A717-75F0615948B4}" srcOrd="0" destOrd="0" presId="urn:microsoft.com/office/officeart/2016/7/layout/VerticalSolidActionList"/>
    <dgm:cxn modelId="{8DC0A6A1-D468-4100-9325-FD27BADFF8B4}" type="presParOf" srcId="{9C22F646-F814-469F-91A4-ED4D83EA7907}" destId="{5B865252-DF90-4B31-87BA-B9FEEA096BE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BC546B-DA57-4E05-8C54-8AE2559E8D9B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9C54506-3C1E-4E26-A91D-19603ACDB98F}">
      <dgm:prSet/>
      <dgm:spPr/>
      <dgm:t>
        <a:bodyPr/>
        <a:lstStyle/>
        <a:p>
          <a:r>
            <a:rPr lang="en-US"/>
            <a:t>Finding a place fix your car has never been easier!</a:t>
          </a:r>
        </a:p>
      </dgm:t>
    </dgm:pt>
    <dgm:pt modelId="{8CAA9638-00CF-4852-81FA-6505D1B0AD05}" type="parTrans" cxnId="{E1E6A6CD-D538-40D7-9C11-782CC8F782F8}">
      <dgm:prSet/>
      <dgm:spPr/>
      <dgm:t>
        <a:bodyPr/>
        <a:lstStyle/>
        <a:p>
          <a:endParaRPr lang="en-US"/>
        </a:p>
      </dgm:t>
    </dgm:pt>
    <dgm:pt modelId="{22A3B6E1-C012-455E-9D7E-07A74A9F0755}" type="sibTrans" cxnId="{E1E6A6CD-D538-40D7-9C11-782CC8F782F8}">
      <dgm:prSet/>
      <dgm:spPr/>
      <dgm:t>
        <a:bodyPr/>
        <a:lstStyle/>
        <a:p>
          <a:endParaRPr lang="en-US"/>
        </a:p>
      </dgm:t>
    </dgm:pt>
    <dgm:pt modelId="{6CECB00D-E001-439E-926F-788B70AFBEBF}">
      <dgm:prSet/>
      <dgm:spPr/>
      <dgm:t>
        <a:bodyPr/>
        <a:lstStyle/>
        <a:p>
          <a:r>
            <a:rPr lang="en-US"/>
            <a:t>Website for a mechanic shop</a:t>
          </a:r>
        </a:p>
      </dgm:t>
    </dgm:pt>
    <dgm:pt modelId="{4F2B4E5C-5903-491E-81C7-90119636BC35}" type="parTrans" cxnId="{FF7ECD84-6300-41D5-ADDD-117FC59C7FF8}">
      <dgm:prSet/>
      <dgm:spPr/>
      <dgm:t>
        <a:bodyPr/>
        <a:lstStyle/>
        <a:p>
          <a:endParaRPr lang="en-US"/>
        </a:p>
      </dgm:t>
    </dgm:pt>
    <dgm:pt modelId="{E8DC68F3-368B-4BEF-99A8-6C5F3EA7260A}" type="sibTrans" cxnId="{FF7ECD84-6300-41D5-ADDD-117FC59C7FF8}">
      <dgm:prSet/>
      <dgm:spPr/>
      <dgm:t>
        <a:bodyPr/>
        <a:lstStyle/>
        <a:p>
          <a:endParaRPr lang="en-US"/>
        </a:p>
      </dgm:t>
    </dgm:pt>
    <dgm:pt modelId="{11DC571A-93A2-4B34-8215-0C979F709A7F}">
      <dgm:prSet/>
      <dgm:spPr/>
      <dgm:t>
        <a:bodyPr/>
        <a:lstStyle/>
        <a:p>
          <a:r>
            <a:rPr lang="en-US"/>
            <a:t>It is a project that was create a logo, website</a:t>
          </a:r>
        </a:p>
      </dgm:t>
    </dgm:pt>
    <dgm:pt modelId="{30AF279F-7015-453D-BF4D-C8E88B2A95CC}" type="parTrans" cxnId="{93BC1E9C-76C8-40B8-9CBB-0396A16A227B}">
      <dgm:prSet/>
      <dgm:spPr/>
      <dgm:t>
        <a:bodyPr/>
        <a:lstStyle/>
        <a:p>
          <a:endParaRPr lang="en-US"/>
        </a:p>
      </dgm:t>
    </dgm:pt>
    <dgm:pt modelId="{D81B91A2-2449-4CBE-957C-A8DEBAEC9FC0}" type="sibTrans" cxnId="{93BC1E9C-76C8-40B8-9CBB-0396A16A227B}">
      <dgm:prSet/>
      <dgm:spPr/>
      <dgm:t>
        <a:bodyPr/>
        <a:lstStyle/>
        <a:p>
          <a:endParaRPr lang="en-US"/>
        </a:p>
      </dgm:t>
    </dgm:pt>
    <dgm:pt modelId="{CD7E01D1-2A8B-4439-B06C-AF0842594AEE}">
      <dgm:prSet/>
      <dgm:spPr/>
      <dgm:t>
        <a:bodyPr/>
        <a:lstStyle/>
        <a:p>
          <a:r>
            <a:rPr lang="en-US"/>
            <a:t>I create a logo</a:t>
          </a:r>
        </a:p>
      </dgm:t>
    </dgm:pt>
    <dgm:pt modelId="{F93938AB-7303-4951-8119-46007C6F93DC}" type="parTrans" cxnId="{9A094537-620B-466B-BC0C-9F1B8B94D529}">
      <dgm:prSet/>
      <dgm:spPr/>
      <dgm:t>
        <a:bodyPr/>
        <a:lstStyle/>
        <a:p>
          <a:endParaRPr lang="en-US"/>
        </a:p>
      </dgm:t>
    </dgm:pt>
    <dgm:pt modelId="{F83AE8AF-EAD6-4328-AA18-84E0A4CD5111}" type="sibTrans" cxnId="{9A094537-620B-466B-BC0C-9F1B8B94D529}">
      <dgm:prSet/>
      <dgm:spPr/>
      <dgm:t>
        <a:bodyPr/>
        <a:lstStyle/>
        <a:p>
          <a:endParaRPr lang="en-US"/>
        </a:p>
      </dgm:t>
    </dgm:pt>
    <dgm:pt modelId="{BFF8A9C9-F2AD-4EEA-9359-6FDF074114B4}">
      <dgm:prSet/>
      <dgm:spPr/>
      <dgm:t>
        <a:bodyPr/>
        <a:lstStyle/>
        <a:p>
          <a:r>
            <a:rPr lang="en-US"/>
            <a:t>Start with social media</a:t>
          </a:r>
        </a:p>
      </dgm:t>
    </dgm:pt>
    <dgm:pt modelId="{D6A9266B-EA61-403C-8B9C-04774198DC7E}" type="parTrans" cxnId="{8040F5B4-42A2-432B-98BF-C38CD5563A3A}">
      <dgm:prSet/>
      <dgm:spPr/>
      <dgm:t>
        <a:bodyPr/>
        <a:lstStyle/>
        <a:p>
          <a:endParaRPr lang="en-US"/>
        </a:p>
      </dgm:t>
    </dgm:pt>
    <dgm:pt modelId="{B627B660-E5E4-43CC-94D2-813D46DBBDC7}" type="sibTrans" cxnId="{8040F5B4-42A2-432B-98BF-C38CD5563A3A}">
      <dgm:prSet/>
      <dgm:spPr/>
      <dgm:t>
        <a:bodyPr/>
        <a:lstStyle/>
        <a:p>
          <a:endParaRPr lang="en-US"/>
        </a:p>
      </dgm:t>
    </dgm:pt>
    <dgm:pt modelId="{D90EE952-68F9-4106-AB0D-AED288217BAA}">
      <dgm:prSet/>
      <dgm:spPr/>
      <dgm:t>
        <a:bodyPr/>
        <a:lstStyle/>
        <a:p>
          <a:r>
            <a:rPr lang="en-US"/>
            <a:t>Easy Website for all ages but mostly for elders</a:t>
          </a:r>
        </a:p>
      </dgm:t>
    </dgm:pt>
    <dgm:pt modelId="{CFAD3414-AB33-4B3E-A625-396951527618}" type="parTrans" cxnId="{0BB74992-CC3D-4C91-A3F3-A63355FF57FC}">
      <dgm:prSet/>
      <dgm:spPr/>
      <dgm:t>
        <a:bodyPr/>
        <a:lstStyle/>
        <a:p>
          <a:endParaRPr lang="en-US"/>
        </a:p>
      </dgm:t>
    </dgm:pt>
    <dgm:pt modelId="{2F27B3FE-6D30-41B7-A07E-ABAD36FEB7B4}" type="sibTrans" cxnId="{0BB74992-CC3D-4C91-A3F3-A63355FF57FC}">
      <dgm:prSet/>
      <dgm:spPr/>
      <dgm:t>
        <a:bodyPr/>
        <a:lstStyle/>
        <a:p>
          <a:endParaRPr lang="en-US"/>
        </a:p>
      </dgm:t>
    </dgm:pt>
    <dgm:pt modelId="{CC1A9DAD-BCF3-4D1C-B640-22CFFF0E7AAE}" type="pres">
      <dgm:prSet presAssocID="{4ABC546B-DA57-4E05-8C54-8AE2559E8D9B}" presName="linear" presStyleCnt="0">
        <dgm:presLayoutVars>
          <dgm:animLvl val="lvl"/>
          <dgm:resizeHandles val="exact"/>
        </dgm:presLayoutVars>
      </dgm:prSet>
      <dgm:spPr/>
    </dgm:pt>
    <dgm:pt modelId="{6824D0FE-8174-4DC8-A33B-2D7C87D87A1F}" type="pres">
      <dgm:prSet presAssocID="{E9C54506-3C1E-4E26-A91D-19603ACDB98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C4E0A63-635A-445A-98DD-C664911E304B}" type="pres">
      <dgm:prSet presAssocID="{22A3B6E1-C012-455E-9D7E-07A74A9F0755}" presName="spacer" presStyleCnt="0"/>
      <dgm:spPr/>
    </dgm:pt>
    <dgm:pt modelId="{A1BB7BC0-3C65-428F-80FA-404104F302A6}" type="pres">
      <dgm:prSet presAssocID="{6CECB00D-E001-439E-926F-788B70AFBEB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2F8E333-2964-4FA4-B71A-6B72568D9F9A}" type="pres">
      <dgm:prSet presAssocID="{E8DC68F3-368B-4BEF-99A8-6C5F3EA7260A}" presName="spacer" presStyleCnt="0"/>
      <dgm:spPr/>
    </dgm:pt>
    <dgm:pt modelId="{AC95EE90-1F11-4B74-9782-5F3DF79807E6}" type="pres">
      <dgm:prSet presAssocID="{11DC571A-93A2-4B34-8215-0C979F709A7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674E18A-8553-4BD0-9B34-551ECA493B39}" type="pres">
      <dgm:prSet presAssocID="{D81B91A2-2449-4CBE-957C-A8DEBAEC9FC0}" presName="spacer" presStyleCnt="0"/>
      <dgm:spPr/>
    </dgm:pt>
    <dgm:pt modelId="{6938DADA-A058-46EA-B0D2-2A34CB3A3812}" type="pres">
      <dgm:prSet presAssocID="{CD7E01D1-2A8B-4439-B06C-AF0842594AE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07961A3-D4A3-4031-B0E0-61C824C4926C}" type="pres">
      <dgm:prSet presAssocID="{F83AE8AF-EAD6-4328-AA18-84E0A4CD5111}" presName="spacer" presStyleCnt="0"/>
      <dgm:spPr/>
    </dgm:pt>
    <dgm:pt modelId="{3E51A40F-AA6D-4126-9FE1-8C1A03E76395}" type="pres">
      <dgm:prSet presAssocID="{BFF8A9C9-F2AD-4EEA-9359-6FDF074114B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0F3B848-3502-490D-916E-757D5DF30024}" type="pres">
      <dgm:prSet presAssocID="{B627B660-E5E4-43CC-94D2-813D46DBBDC7}" presName="spacer" presStyleCnt="0"/>
      <dgm:spPr/>
    </dgm:pt>
    <dgm:pt modelId="{8F9DEBD2-F7C7-4006-A1B0-73801B98D352}" type="pres">
      <dgm:prSet presAssocID="{D90EE952-68F9-4106-AB0D-AED288217BA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A094537-620B-466B-BC0C-9F1B8B94D529}" srcId="{4ABC546B-DA57-4E05-8C54-8AE2559E8D9B}" destId="{CD7E01D1-2A8B-4439-B06C-AF0842594AEE}" srcOrd="3" destOrd="0" parTransId="{F93938AB-7303-4951-8119-46007C6F93DC}" sibTransId="{F83AE8AF-EAD6-4328-AA18-84E0A4CD5111}"/>
    <dgm:cxn modelId="{49917C39-7A1F-4DBF-902C-F1C4B8118E16}" type="presOf" srcId="{E9C54506-3C1E-4E26-A91D-19603ACDB98F}" destId="{6824D0FE-8174-4DC8-A33B-2D7C87D87A1F}" srcOrd="0" destOrd="0" presId="urn:microsoft.com/office/officeart/2005/8/layout/vList2"/>
    <dgm:cxn modelId="{19367046-FC19-4BA0-9B4B-7AE82B7309D3}" type="presOf" srcId="{4ABC546B-DA57-4E05-8C54-8AE2559E8D9B}" destId="{CC1A9DAD-BCF3-4D1C-B640-22CFFF0E7AAE}" srcOrd="0" destOrd="0" presId="urn:microsoft.com/office/officeart/2005/8/layout/vList2"/>
    <dgm:cxn modelId="{FF7ECD84-6300-41D5-ADDD-117FC59C7FF8}" srcId="{4ABC546B-DA57-4E05-8C54-8AE2559E8D9B}" destId="{6CECB00D-E001-439E-926F-788B70AFBEBF}" srcOrd="1" destOrd="0" parTransId="{4F2B4E5C-5903-491E-81C7-90119636BC35}" sibTransId="{E8DC68F3-368B-4BEF-99A8-6C5F3EA7260A}"/>
    <dgm:cxn modelId="{0BB74992-CC3D-4C91-A3F3-A63355FF57FC}" srcId="{4ABC546B-DA57-4E05-8C54-8AE2559E8D9B}" destId="{D90EE952-68F9-4106-AB0D-AED288217BAA}" srcOrd="5" destOrd="0" parTransId="{CFAD3414-AB33-4B3E-A625-396951527618}" sibTransId="{2F27B3FE-6D30-41B7-A07E-ABAD36FEB7B4}"/>
    <dgm:cxn modelId="{93BC1E9C-76C8-40B8-9CBB-0396A16A227B}" srcId="{4ABC546B-DA57-4E05-8C54-8AE2559E8D9B}" destId="{11DC571A-93A2-4B34-8215-0C979F709A7F}" srcOrd="2" destOrd="0" parTransId="{30AF279F-7015-453D-BF4D-C8E88B2A95CC}" sibTransId="{D81B91A2-2449-4CBE-957C-A8DEBAEC9FC0}"/>
    <dgm:cxn modelId="{97E4029D-7D54-4363-9864-14265F96605F}" type="presOf" srcId="{CD7E01D1-2A8B-4439-B06C-AF0842594AEE}" destId="{6938DADA-A058-46EA-B0D2-2A34CB3A3812}" srcOrd="0" destOrd="0" presId="urn:microsoft.com/office/officeart/2005/8/layout/vList2"/>
    <dgm:cxn modelId="{392FF8A6-462E-408B-859D-FDC549A4D67B}" type="presOf" srcId="{BFF8A9C9-F2AD-4EEA-9359-6FDF074114B4}" destId="{3E51A40F-AA6D-4126-9FE1-8C1A03E76395}" srcOrd="0" destOrd="0" presId="urn:microsoft.com/office/officeart/2005/8/layout/vList2"/>
    <dgm:cxn modelId="{8040F5B4-42A2-432B-98BF-C38CD5563A3A}" srcId="{4ABC546B-DA57-4E05-8C54-8AE2559E8D9B}" destId="{BFF8A9C9-F2AD-4EEA-9359-6FDF074114B4}" srcOrd="4" destOrd="0" parTransId="{D6A9266B-EA61-403C-8B9C-04774198DC7E}" sibTransId="{B627B660-E5E4-43CC-94D2-813D46DBBDC7}"/>
    <dgm:cxn modelId="{477959C3-F657-47B2-A227-0281FF9A120C}" type="presOf" srcId="{D90EE952-68F9-4106-AB0D-AED288217BAA}" destId="{8F9DEBD2-F7C7-4006-A1B0-73801B98D352}" srcOrd="0" destOrd="0" presId="urn:microsoft.com/office/officeart/2005/8/layout/vList2"/>
    <dgm:cxn modelId="{5BD734C6-2497-40B6-8E5B-5DC99F48FF68}" type="presOf" srcId="{11DC571A-93A2-4B34-8215-0C979F709A7F}" destId="{AC95EE90-1F11-4B74-9782-5F3DF79807E6}" srcOrd="0" destOrd="0" presId="urn:microsoft.com/office/officeart/2005/8/layout/vList2"/>
    <dgm:cxn modelId="{E1E6A6CD-D538-40D7-9C11-782CC8F782F8}" srcId="{4ABC546B-DA57-4E05-8C54-8AE2559E8D9B}" destId="{E9C54506-3C1E-4E26-A91D-19603ACDB98F}" srcOrd="0" destOrd="0" parTransId="{8CAA9638-00CF-4852-81FA-6505D1B0AD05}" sibTransId="{22A3B6E1-C012-455E-9D7E-07A74A9F0755}"/>
    <dgm:cxn modelId="{57C851EC-B365-4EB6-9675-1BD5314D3667}" type="presOf" srcId="{6CECB00D-E001-439E-926F-788B70AFBEBF}" destId="{A1BB7BC0-3C65-428F-80FA-404104F302A6}" srcOrd="0" destOrd="0" presId="urn:microsoft.com/office/officeart/2005/8/layout/vList2"/>
    <dgm:cxn modelId="{47792262-CEE3-49CD-B067-E6AC5ACB8BC0}" type="presParOf" srcId="{CC1A9DAD-BCF3-4D1C-B640-22CFFF0E7AAE}" destId="{6824D0FE-8174-4DC8-A33B-2D7C87D87A1F}" srcOrd="0" destOrd="0" presId="urn:microsoft.com/office/officeart/2005/8/layout/vList2"/>
    <dgm:cxn modelId="{3B15339F-9345-4B68-8246-1FC5C7BB50C7}" type="presParOf" srcId="{CC1A9DAD-BCF3-4D1C-B640-22CFFF0E7AAE}" destId="{4C4E0A63-635A-445A-98DD-C664911E304B}" srcOrd="1" destOrd="0" presId="urn:microsoft.com/office/officeart/2005/8/layout/vList2"/>
    <dgm:cxn modelId="{91D55AB7-BD72-4840-95D4-2ED02C8682A9}" type="presParOf" srcId="{CC1A9DAD-BCF3-4D1C-B640-22CFFF0E7AAE}" destId="{A1BB7BC0-3C65-428F-80FA-404104F302A6}" srcOrd="2" destOrd="0" presId="urn:microsoft.com/office/officeart/2005/8/layout/vList2"/>
    <dgm:cxn modelId="{F2EC3BA7-CB57-49A7-9123-768E40420575}" type="presParOf" srcId="{CC1A9DAD-BCF3-4D1C-B640-22CFFF0E7AAE}" destId="{42F8E333-2964-4FA4-B71A-6B72568D9F9A}" srcOrd="3" destOrd="0" presId="urn:microsoft.com/office/officeart/2005/8/layout/vList2"/>
    <dgm:cxn modelId="{C57B592D-0C5B-4587-A2CC-E7BA3118F166}" type="presParOf" srcId="{CC1A9DAD-BCF3-4D1C-B640-22CFFF0E7AAE}" destId="{AC95EE90-1F11-4B74-9782-5F3DF79807E6}" srcOrd="4" destOrd="0" presId="urn:microsoft.com/office/officeart/2005/8/layout/vList2"/>
    <dgm:cxn modelId="{E8DC5934-DA0C-422F-A8F6-4F81C64D34D5}" type="presParOf" srcId="{CC1A9DAD-BCF3-4D1C-B640-22CFFF0E7AAE}" destId="{F674E18A-8553-4BD0-9B34-551ECA493B39}" srcOrd="5" destOrd="0" presId="urn:microsoft.com/office/officeart/2005/8/layout/vList2"/>
    <dgm:cxn modelId="{C3838CB7-2EFC-49E0-8AB1-B9794B062C6E}" type="presParOf" srcId="{CC1A9DAD-BCF3-4D1C-B640-22CFFF0E7AAE}" destId="{6938DADA-A058-46EA-B0D2-2A34CB3A3812}" srcOrd="6" destOrd="0" presId="urn:microsoft.com/office/officeart/2005/8/layout/vList2"/>
    <dgm:cxn modelId="{50190D48-3B6A-4427-B447-8B1ED9138907}" type="presParOf" srcId="{CC1A9DAD-BCF3-4D1C-B640-22CFFF0E7AAE}" destId="{107961A3-D4A3-4031-B0E0-61C824C4926C}" srcOrd="7" destOrd="0" presId="urn:microsoft.com/office/officeart/2005/8/layout/vList2"/>
    <dgm:cxn modelId="{BCE082AD-963F-41D5-B27D-D5F999C0AB6B}" type="presParOf" srcId="{CC1A9DAD-BCF3-4D1C-B640-22CFFF0E7AAE}" destId="{3E51A40F-AA6D-4126-9FE1-8C1A03E76395}" srcOrd="8" destOrd="0" presId="urn:microsoft.com/office/officeart/2005/8/layout/vList2"/>
    <dgm:cxn modelId="{C583863C-3DBE-4FC7-925D-629778AC0922}" type="presParOf" srcId="{CC1A9DAD-BCF3-4D1C-B640-22CFFF0E7AAE}" destId="{00F3B848-3502-490D-916E-757D5DF30024}" srcOrd="9" destOrd="0" presId="urn:microsoft.com/office/officeart/2005/8/layout/vList2"/>
    <dgm:cxn modelId="{80C25221-5CCE-41AD-A301-C7CEAB074D14}" type="presParOf" srcId="{CC1A9DAD-BCF3-4D1C-B640-22CFFF0E7AAE}" destId="{8F9DEBD2-F7C7-4006-A1B0-73801B98D35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B62EB4-8D54-47CA-A383-9BE99B06AE1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238127D-E2F3-4353-BFF0-F04EDABACCA3}">
      <dgm:prSet/>
      <dgm:spPr/>
      <dgm:t>
        <a:bodyPr/>
        <a:lstStyle/>
        <a:p>
          <a:r>
            <a:rPr lang="en-US"/>
            <a:t>Anyone that is looking for a reliable mechanic</a:t>
          </a:r>
        </a:p>
      </dgm:t>
    </dgm:pt>
    <dgm:pt modelId="{3A9F0473-1F18-4277-B183-224C51854FDC}" type="parTrans" cxnId="{7535C7D1-7A5E-471C-AE52-356B45490619}">
      <dgm:prSet/>
      <dgm:spPr/>
      <dgm:t>
        <a:bodyPr/>
        <a:lstStyle/>
        <a:p>
          <a:endParaRPr lang="en-US"/>
        </a:p>
      </dgm:t>
    </dgm:pt>
    <dgm:pt modelId="{1398762D-2D70-4F41-B027-E5F71FE729E8}" type="sibTrans" cxnId="{7535C7D1-7A5E-471C-AE52-356B45490619}">
      <dgm:prSet/>
      <dgm:spPr/>
      <dgm:t>
        <a:bodyPr/>
        <a:lstStyle/>
        <a:p>
          <a:endParaRPr lang="en-US"/>
        </a:p>
      </dgm:t>
    </dgm:pt>
    <dgm:pt modelId="{5D4CE760-5654-4F17-BB8D-6150DABD90D6}">
      <dgm:prSet/>
      <dgm:spPr/>
      <dgm:t>
        <a:bodyPr/>
        <a:lstStyle/>
        <a:p>
          <a:r>
            <a:rPr lang="en-US"/>
            <a:t>Emergency situations </a:t>
          </a:r>
        </a:p>
      </dgm:t>
    </dgm:pt>
    <dgm:pt modelId="{B88E8613-77C9-46C7-BD46-C940EF58F92D}" type="parTrans" cxnId="{FB47C9F2-D0EB-41D1-976C-2D30F2B180C0}">
      <dgm:prSet/>
      <dgm:spPr/>
      <dgm:t>
        <a:bodyPr/>
        <a:lstStyle/>
        <a:p>
          <a:endParaRPr lang="en-US"/>
        </a:p>
      </dgm:t>
    </dgm:pt>
    <dgm:pt modelId="{FC9B985A-A5F6-45BB-9C10-DE0A3B4BBDBC}" type="sibTrans" cxnId="{FB47C9F2-D0EB-41D1-976C-2D30F2B180C0}">
      <dgm:prSet/>
      <dgm:spPr/>
      <dgm:t>
        <a:bodyPr/>
        <a:lstStyle/>
        <a:p>
          <a:endParaRPr lang="en-US"/>
        </a:p>
      </dgm:t>
    </dgm:pt>
    <dgm:pt modelId="{53AA5B2D-8686-4D15-8C55-193DD8703A2A}" type="pres">
      <dgm:prSet presAssocID="{8BB62EB4-8D54-47CA-A383-9BE99B06AE10}" presName="Name0" presStyleCnt="0">
        <dgm:presLayoutVars>
          <dgm:dir/>
          <dgm:resizeHandles val="exact"/>
        </dgm:presLayoutVars>
      </dgm:prSet>
      <dgm:spPr/>
    </dgm:pt>
    <dgm:pt modelId="{829B4960-BEE4-4716-99E6-24360828A1B9}" type="pres">
      <dgm:prSet presAssocID="{A238127D-E2F3-4353-BFF0-F04EDABACCA3}" presName="node" presStyleLbl="node1" presStyleIdx="0" presStyleCnt="2">
        <dgm:presLayoutVars>
          <dgm:bulletEnabled val="1"/>
        </dgm:presLayoutVars>
      </dgm:prSet>
      <dgm:spPr/>
    </dgm:pt>
    <dgm:pt modelId="{6250D4B7-D572-44F6-9F79-EDC6859430B0}" type="pres">
      <dgm:prSet presAssocID="{1398762D-2D70-4F41-B027-E5F71FE729E8}" presName="sibTrans" presStyleLbl="sibTrans1D1" presStyleIdx="0" presStyleCnt="1"/>
      <dgm:spPr/>
    </dgm:pt>
    <dgm:pt modelId="{B3D9D4D6-1703-48E3-9D35-D5196B3EBD70}" type="pres">
      <dgm:prSet presAssocID="{1398762D-2D70-4F41-B027-E5F71FE729E8}" presName="connectorText" presStyleLbl="sibTrans1D1" presStyleIdx="0" presStyleCnt="1"/>
      <dgm:spPr/>
    </dgm:pt>
    <dgm:pt modelId="{A56A7C72-A601-458F-86B3-F02225C077F4}" type="pres">
      <dgm:prSet presAssocID="{5D4CE760-5654-4F17-BB8D-6150DABD90D6}" presName="node" presStyleLbl="node1" presStyleIdx="1" presStyleCnt="2">
        <dgm:presLayoutVars>
          <dgm:bulletEnabled val="1"/>
        </dgm:presLayoutVars>
      </dgm:prSet>
      <dgm:spPr/>
    </dgm:pt>
  </dgm:ptLst>
  <dgm:cxnLst>
    <dgm:cxn modelId="{C7F2D615-59F5-4AAA-B95A-0C264F973563}" type="presOf" srcId="{8BB62EB4-8D54-47CA-A383-9BE99B06AE10}" destId="{53AA5B2D-8686-4D15-8C55-193DD8703A2A}" srcOrd="0" destOrd="0" presId="urn:microsoft.com/office/officeart/2016/7/layout/RepeatingBendingProcessNew"/>
    <dgm:cxn modelId="{2FD5F321-2449-407D-964B-8B0482ADED85}" type="presOf" srcId="{A238127D-E2F3-4353-BFF0-F04EDABACCA3}" destId="{829B4960-BEE4-4716-99E6-24360828A1B9}" srcOrd="0" destOrd="0" presId="urn:microsoft.com/office/officeart/2016/7/layout/RepeatingBendingProcessNew"/>
    <dgm:cxn modelId="{2402766D-DCEE-4959-93E3-1CB0A5285C90}" type="presOf" srcId="{5D4CE760-5654-4F17-BB8D-6150DABD90D6}" destId="{A56A7C72-A601-458F-86B3-F02225C077F4}" srcOrd="0" destOrd="0" presId="urn:microsoft.com/office/officeart/2016/7/layout/RepeatingBendingProcessNew"/>
    <dgm:cxn modelId="{666D35A1-96F0-4F6F-A83C-52CE9BE58489}" type="presOf" srcId="{1398762D-2D70-4F41-B027-E5F71FE729E8}" destId="{6250D4B7-D572-44F6-9F79-EDC6859430B0}" srcOrd="0" destOrd="0" presId="urn:microsoft.com/office/officeart/2016/7/layout/RepeatingBendingProcessNew"/>
    <dgm:cxn modelId="{CFEC51B5-1761-46EB-93FB-2665BE2698F3}" type="presOf" srcId="{1398762D-2D70-4F41-B027-E5F71FE729E8}" destId="{B3D9D4D6-1703-48E3-9D35-D5196B3EBD70}" srcOrd="1" destOrd="0" presId="urn:microsoft.com/office/officeart/2016/7/layout/RepeatingBendingProcessNew"/>
    <dgm:cxn modelId="{7535C7D1-7A5E-471C-AE52-356B45490619}" srcId="{8BB62EB4-8D54-47CA-A383-9BE99B06AE10}" destId="{A238127D-E2F3-4353-BFF0-F04EDABACCA3}" srcOrd="0" destOrd="0" parTransId="{3A9F0473-1F18-4277-B183-224C51854FDC}" sibTransId="{1398762D-2D70-4F41-B027-E5F71FE729E8}"/>
    <dgm:cxn modelId="{FB47C9F2-D0EB-41D1-976C-2D30F2B180C0}" srcId="{8BB62EB4-8D54-47CA-A383-9BE99B06AE10}" destId="{5D4CE760-5654-4F17-BB8D-6150DABD90D6}" srcOrd="1" destOrd="0" parTransId="{B88E8613-77C9-46C7-BD46-C940EF58F92D}" sibTransId="{FC9B985A-A5F6-45BB-9C10-DE0A3B4BBDBC}"/>
    <dgm:cxn modelId="{54A5D8D6-0CA1-4C48-B214-22FAC1082DB6}" type="presParOf" srcId="{53AA5B2D-8686-4D15-8C55-193DD8703A2A}" destId="{829B4960-BEE4-4716-99E6-24360828A1B9}" srcOrd="0" destOrd="0" presId="urn:microsoft.com/office/officeart/2016/7/layout/RepeatingBendingProcessNew"/>
    <dgm:cxn modelId="{96398373-6942-4BAA-A236-C875AAC43B5D}" type="presParOf" srcId="{53AA5B2D-8686-4D15-8C55-193DD8703A2A}" destId="{6250D4B7-D572-44F6-9F79-EDC6859430B0}" srcOrd="1" destOrd="0" presId="urn:microsoft.com/office/officeart/2016/7/layout/RepeatingBendingProcessNew"/>
    <dgm:cxn modelId="{951AEB02-8506-43BA-ABB6-665B6EB0C15A}" type="presParOf" srcId="{6250D4B7-D572-44F6-9F79-EDC6859430B0}" destId="{B3D9D4D6-1703-48E3-9D35-D5196B3EBD70}" srcOrd="0" destOrd="0" presId="urn:microsoft.com/office/officeart/2016/7/layout/RepeatingBendingProcessNew"/>
    <dgm:cxn modelId="{EE207CB7-DF64-4E48-B851-6FF7D7396DFE}" type="presParOf" srcId="{53AA5B2D-8686-4D15-8C55-193DD8703A2A}" destId="{A56A7C72-A601-458F-86B3-F02225C077F4}" srcOrd="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B62EB4-8D54-47CA-A383-9BE99B06AE1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3AA5B2D-8686-4D15-8C55-193DD8703A2A}" type="pres">
      <dgm:prSet presAssocID="{8BB62EB4-8D54-47CA-A383-9BE99B06AE10}" presName="Name0" presStyleCnt="0">
        <dgm:presLayoutVars>
          <dgm:dir/>
          <dgm:resizeHandles val="exact"/>
        </dgm:presLayoutVars>
      </dgm:prSet>
      <dgm:spPr/>
    </dgm:pt>
  </dgm:ptLst>
  <dgm:cxnLst>
    <dgm:cxn modelId="{C7F2D615-59F5-4AAA-B95A-0C264F973563}" type="presOf" srcId="{8BB62EB4-8D54-47CA-A383-9BE99B06AE10}" destId="{53AA5B2D-8686-4D15-8C55-193DD8703A2A}" srcOrd="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1BC97A-4970-488E-851B-C570D1038B3B}">
      <dsp:nvSpPr>
        <dsp:cNvPr id="0" name=""/>
        <dsp:cNvSpPr/>
      </dsp:nvSpPr>
      <dsp:spPr>
        <a:xfrm>
          <a:off x="1258045" y="1702"/>
          <a:ext cx="5032180" cy="174498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638" tIns="443225" rIns="97638" bIns="44322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 a logo</a:t>
          </a:r>
        </a:p>
      </dsp:txBody>
      <dsp:txXfrm>
        <a:off x="1258045" y="1702"/>
        <a:ext cx="5032180" cy="1744980"/>
      </dsp:txXfrm>
    </dsp:sp>
    <dsp:sp modelId="{CD869EE8-B925-415D-96D2-490267DFD285}">
      <dsp:nvSpPr>
        <dsp:cNvPr id="0" name=""/>
        <dsp:cNvSpPr/>
      </dsp:nvSpPr>
      <dsp:spPr>
        <a:xfrm>
          <a:off x="0" y="1702"/>
          <a:ext cx="1258045" cy="17449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72" tIns="172365" rIns="66572" bIns="17236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</a:t>
          </a:r>
        </a:p>
      </dsp:txBody>
      <dsp:txXfrm>
        <a:off x="0" y="1702"/>
        <a:ext cx="1258045" cy="1744980"/>
      </dsp:txXfrm>
    </dsp:sp>
    <dsp:sp modelId="{F0731D8E-AFD7-4845-9F9D-5F014271C2E4}">
      <dsp:nvSpPr>
        <dsp:cNvPr id="0" name=""/>
        <dsp:cNvSpPr/>
      </dsp:nvSpPr>
      <dsp:spPr>
        <a:xfrm>
          <a:off x="1258045" y="1851382"/>
          <a:ext cx="5032180" cy="1744980"/>
        </a:xfrm>
        <a:prstGeom prst="rect">
          <a:avLst/>
        </a:prstGeom>
        <a:solidFill>
          <a:schemeClr val="accent2">
            <a:tint val="40000"/>
            <a:alpha val="90000"/>
            <a:hueOff val="746329"/>
            <a:satOff val="-13875"/>
            <a:lumOff val="-64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46329"/>
              <a:satOff val="-13875"/>
              <a:lumOff val="-6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638" tIns="443225" rIns="97638" bIns="44322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 a website</a:t>
          </a:r>
        </a:p>
      </dsp:txBody>
      <dsp:txXfrm>
        <a:off x="1258045" y="1851382"/>
        <a:ext cx="5032180" cy="1744980"/>
      </dsp:txXfrm>
    </dsp:sp>
    <dsp:sp modelId="{93ADD24E-2B6E-41A1-B5C7-7FAA56E6C2BE}">
      <dsp:nvSpPr>
        <dsp:cNvPr id="0" name=""/>
        <dsp:cNvSpPr/>
      </dsp:nvSpPr>
      <dsp:spPr>
        <a:xfrm>
          <a:off x="0" y="1851382"/>
          <a:ext cx="1258045" cy="1744980"/>
        </a:xfrm>
        <a:prstGeom prst="rect">
          <a:avLst/>
        </a:prstGeom>
        <a:solidFill>
          <a:schemeClr val="accent2">
            <a:hueOff val="574745"/>
            <a:satOff val="-9386"/>
            <a:lumOff val="588"/>
            <a:alphaOff val="0"/>
          </a:schemeClr>
        </a:solidFill>
        <a:ln w="12700" cap="flat" cmpd="sng" algn="ctr">
          <a:solidFill>
            <a:schemeClr val="accent2">
              <a:hueOff val="574745"/>
              <a:satOff val="-9386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72" tIns="172365" rIns="66572" bIns="17236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Create</a:t>
          </a:r>
        </a:p>
      </dsp:txBody>
      <dsp:txXfrm>
        <a:off x="0" y="1851382"/>
        <a:ext cx="1258045" cy="1744980"/>
      </dsp:txXfrm>
    </dsp:sp>
    <dsp:sp modelId="{5B865252-DF90-4B31-87BA-B9FEEA096BEB}">
      <dsp:nvSpPr>
        <dsp:cNvPr id="0" name=""/>
        <dsp:cNvSpPr/>
      </dsp:nvSpPr>
      <dsp:spPr>
        <a:xfrm>
          <a:off x="1258045" y="3701061"/>
          <a:ext cx="5032180" cy="1744980"/>
        </a:xfrm>
        <a:prstGeom prst="rect">
          <a:avLst/>
        </a:prstGeom>
        <a:solidFill>
          <a:schemeClr val="accent2">
            <a:tint val="40000"/>
            <a:alpha val="90000"/>
            <a:hueOff val="1492659"/>
            <a:satOff val="-27750"/>
            <a:lumOff val="-129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492659"/>
              <a:satOff val="-27750"/>
              <a:lumOff val="-12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638" tIns="443225" rIns="97638" bIns="443225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UX design knowledge and dev knowledge a combo of all the classes</a:t>
          </a:r>
        </a:p>
      </dsp:txBody>
      <dsp:txXfrm>
        <a:off x="1258045" y="3701061"/>
        <a:ext cx="5032180" cy="1744980"/>
      </dsp:txXfrm>
    </dsp:sp>
    <dsp:sp modelId="{2AD986BD-EC7D-4305-A717-75F0615948B4}">
      <dsp:nvSpPr>
        <dsp:cNvPr id="0" name=""/>
        <dsp:cNvSpPr/>
      </dsp:nvSpPr>
      <dsp:spPr>
        <a:xfrm>
          <a:off x="0" y="3701061"/>
          <a:ext cx="1258045" cy="1744980"/>
        </a:xfrm>
        <a:prstGeom prst="rect">
          <a:avLst/>
        </a:prstGeom>
        <a:solidFill>
          <a:schemeClr val="accent2">
            <a:hueOff val="1149490"/>
            <a:satOff val="-18772"/>
            <a:lumOff val="1176"/>
            <a:alphaOff val="0"/>
          </a:schemeClr>
        </a:solidFill>
        <a:ln w="12700" cap="flat" cmpd="sng" algn="ctr">
          <a:solidFill>
            <a:schemeClr val="accent2">
              <a:hueOff val="1149490"/>
              <a:satOff val="-18772"/>
              <a:lumOff val="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72" tIns="172365" rIns="66572" bIns="17236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Apply</a:t>
          </a:r>
        </a:p>
      </dsp:txBody>
      <dsp:txXfrm>
        <a:off x="0" y="3701061"/>
        <a:ext cx="1258045" cy="17449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4D0FE-8174-4DC8-A33B-2D7C87D87A1F}">
      <dsp:nvSpPr>
        <dsp:cNvPr id="0" name=""/>
        <dsp:cNvSpPr/>
      </dsp:nvSpPr>
      <dsp:spPr>
        <a:xfrm>
          <a:off x="0" y="66532"/>
          <a:ext cx="6290226" cy="8353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Finding a place fix your car has never been easier!</a:t>
          </a:r>
        </a:p>
      </dsp:txBody>
      <dsp:txXfrm>
        <a:off x="40780" y="107312"/>
        <a:ext cx="6208666" cy="753819"/>
      </dsp:txXfrm>
    </dsp:sp>
    <dsp:sp modelId="{A1BB7BC0-3C65-428F-80FA-404104F302A6}">
      <dsp:nvSpPr>
        <dsp:cNvPr id="0" name=""/>
        <dsp:cNvSpPr/>
      </dsp:nvSpPr>
      <dsp:spPr>
        <a:xfrm>
          <a:off x="0" y="962392"/>
          <a:ext cx="6290226" cy="835379"/>
        </a:xfrm>
        <a:prstGeom prst="roundRect">
          <a:avLst/>
        </a:prstGeom>
        <a:solidFill>
          <a:schemeClr val="accent5">
            <a:hueOff val="465509"/>
            <a:satOff val="1551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Website for a mechanic shop</a:t>
          </a:r>
        </a:p>
      </dsp:txBody>
      <dsp:txXfrm>
        <a:off x="40780" y="1003172"/>
        <a:ext cx="6208666" cy="753819"/>
      </dsp:txXfrm>
    </dsp:sp>
    <dsp:sp modelId="{AC95EE90-1F11-4B74-9782-5F3DF79807E6}">
      <dsp:nvSpPr>
        <dsp:cNvPr id="0" name=""/>
        <dsp:cNvSpPr/>
      </dsp:nvSpPr>
      <dsp:spPr>
        <a:xfrm>
          <a:off x="0" y="1858252"/>
          <a:ext cx="6290226" cy="835379"/>
        </a:xfrm>
        <a:prstGeom prst="roundRect">
          <a:avLst/>
        </a:prstGeom>
        <a:solidFill>
          <a:schemeClr val="accent5">
            <a:hueOff val="931018"/>
            <a:satOff val="3102"/>
            <a:lumOff val="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It is a project that was create a logo, website</a:t>
          </a:r>
        </a:p>
      </dsp:txBody>
      <dsp:txXfrm>
        <a:off x="40780" y="1899032"/>
        <a:ext cx="6208666" cy="753819"/>
      </dsp:txXfrm>
    </dsp:sp>
    <dsp:sp modelId="{6938DADA-A058-46EA-B0D2-2A34CB3A3812}">
      <dsp:nvSpPr>
        <dsp:cNvPr id="0" name=""/>
        <dsp:cNvSpPr/>
      </dsp:nvSpPr>
      <dsp:spPr>
        <a:xfrm>
          <a:off x="0" y="2754112"/>
          <a:ext cx="6290226" cy="835379"/>
        </a:xfrm>
        <a:prstGeom prst="roundRect">
          <a:avLst/>
        </a:prstGeom>
        <a:solidFill>
          <a:schemeClr val="accent5">
            <a:hueOff val="1396527"/>
            <a:satOff val="4653"/>
            <a:lumOff val="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 create a logo</a:t>
          </a:r>
        </a:p>
      </dsp:txBody>
      <dsp:txXfrm>
        <a:off x="40780" y="2794892"/>
        <a:ext cx="6208666" cy="753819"/>
      </dsp:txXfrm>
    </dsp:sp>
    <dsp:sp modelId="{3E51A40F-AA6D-4126-9FE1-8C1A03E76395}">
      <dsp:nvSpPr>
        <dsp:cNvPr id="0" name=""/>
        <dsp:cNvSpPr/>
      </dsp:nvSpPr>
      <dsp:spPr>
        <a:xfrm>
          <a:off x="0" y="3649972"/>
          <a:ext cx="6290226" cy="835379"/>
        </a:xfrm>
        <a:prstGeom prst="roundRect">
          <a:avLst/>
        </a:prstGeom>
        <a:solidFill>
          <a:schemeClr val="accent5">
            <a:hueOff val="1862036"/>
            <a:satOff val="6204"/>
            <a:lumOff val="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Start with social media</a:t>
          </a:r>
        </a:p>
      </dsp:txBody>
      <dsp:txXfrm>
        <a:off x="40780" y="3690752"/>
        <a:ext cx="6208666" cy="753819"/>
      </dsp:txXfrm>
    </dsp:sp>
    <dsp:sp modelId="{8F9DEBD2-F7C7-4006-A1B0-73801B98D352}">
      <dsp:nvSpPr>
        <dsp:cNvPr id="0" name=""/>
        <dsp:cNvSpPr/>
      </dsp:nvSpPr>
      <dsp:spPr>
        <a:xfrm>
          <a:off x="0" y="4545832"/>
          <a:ext cx="6290226" cy="835379"/>
        </a:xfrm>
        <a:prstGeom prst="roundRect">
          <a:avLst/>
        </a:prstGeom>
        <a:solidFill>
          <a:schemeClr val="accent5">
            <a:hueOff val="2327545"/>
            <a:satOff val="7755"/>
            <a:lumOff val="8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Easy Website for all ages but mostly for elders</a:t>
          </a:r>
        </a:p>
      </dsp:txBody>
      <dsp:txXfrm>
        <a:off x="40780" y="4586612"/>
        <a:ext cx="6208666" cy="7538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50D4B7-D572-44F6-9F79-EDC6859430B0}">
      <dsp:nvSpPr>
        <dsp:cNvPr id="0" name=""/>
        <dsp:cNvSpPr/>
      </dsp:nvSpPr>
      <dsp:spPr>
        <a:xfrm>
          <a:off x="3099393" y="2284090"/>
          <a:ext cx="91440" cy="84536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45363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23213" y="2702392"/>
        <a:ext cx="43798" cy="8759"/>
      </dsp:txXfrm>
    </dsp:sp>
    <dsp:sp modelId="{829B4960-BEE4-4716-99E6-24360828A1B9}">
      <dsp:nvSpPr>
        <dsp:cNvPr id="0" name=""/>
        <dsp:cNvSpPr/>
      </dsp:nvSpPr>
      <dsp:spPr>
        <a:xfrm>
          <a:off x="1240845" y="769"/>
          <a:ext cx="3808535" cy="22851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21" tIns="195892" rIns="186621" bIns="19589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Anyone that is looking for a reliable mechanic</a:t>
          </a:r>
        </a:p>
      </dsp:txBody>
      <dsp:txXfrm>
        <a:off x="1240845" y="769"/>
        <a:ext cx="3808535" cy="2285121"/>
      </dsp:txXfrm>
    </dsp:sp>
    <dsp:sp modelId="{A56A7C72-A601-458F-86B3-F02225C077F4}">
      <dsp:nvSpPr>
        <dsp:cNvPr id="0" name=""/>
        <dsp:cNvSpPr/>
      </dsp:nvSpPr>
      <dsp:spPr>
        <a:xfrm>
          <a:off x="1240845" y="3161854"/>
          <a:ext cx="3808535" cy="22851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21" tIns="195892" rIns="186621" bIns="19589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Emergency situations </a:t>
          </a:r>
        </a:p>
      </dsp:txBody>
      <dsp:txXfrm>
        <a:off x="1240845" y="3161854"/>
        <a:ext cx="3808535" cy="22851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C1E1FAD-7351-4908-963A-08EA8E4AB7A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77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03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1E1FAD-7351-4908-963A-08EA8E4AB7A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2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774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1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355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82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303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09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30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453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5719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465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393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012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99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22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E1FAD-7351-4908-963A-08EA8E4AB7A0}" type="datetimeFigureOut">
              <a:rPr lang="en-US" smtClean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5798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hyperlink" Target="http://127.0.0.1:5500/ramdycarservic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6CBB8-BB27-9D79-F478-FC01D4B2C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4" y="2374491"/>
            <a:ext cx="4768244" cy="1600200"/>
          </a:xfrm>
        </p:spPr>
        <p:txBody>
          <a:bodyPr anchor="b">
            <a:noAutofit/>
          </a:bodyPr>
          <a:lstStyle/>
          <a:p>
            <a:pPr algn="ctr"/>
            <a:r>
              <a:rPr lang="en-US" sz="4800" b="1" dirty="0" err="1"/>
              <a:t>RAmDY</a:t>
            </a:r>
            <a:r>
              <a:rPr lang="en-US" sz="4800" b="1" dirty="0"/>
              <a:t> Car Services LLC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45B433F-73C9-9C9B-B113-38CB03F74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8" y="4304114"/>
            <a:ext cx="3977639" cy="378627"/>
          </a:xfrm>
        </p:spPr>
        <p:txBody>
          <a:bodyPr>
            <a:normAutofit/>
          </a:bodyPr>
          <a:lstStyle/>
          <a:p>
            <a:r>
              <a:rPr lang="en-US" sz="1600" dirty="0"/>
              <a:t>Hirendira Caraveo Aragon</a:t>
            </a:r>
          </a:p>
        </p:txBody>
      </p:sp>
      <p:pic>
        <p:nvPicPr>
          <p:cNvPr id="5" name="Content Placeholder 4" descr="A dog with two pistons and a red and white text&#10;&#10;AI-generated content may be incorrect.">
            <a:extLst>
              <a:ext uri="{FF2B5EF4-FFF2-40B4-BE49-F238E27FC236}">
                <a16:creationId xmlns:a16="http://schemas.microsoft.com/office/drawing/2014/main" id="{307CCE11-8F50-DE6D-EE48-AA490AA52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36"/>
          <a:stretch>
            <a:fillRect/>
          </a:stretch>
        </p:blipFill>
        <p:spPr>
          <a:xfrm>
            <a:off x="5304147" y="10"/>
            <a:ext cx="688785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9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51C5AB-9F42-D7C3-6963-8157169F3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Goal &amp; Challenge 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BAC963C5-F93D-B8D1-4145-2C057AAABA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7781910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933170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FD62AA-083E-A1A7-BDFD-D35831FDD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About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E166BC-45A1-852B-33FB-11F706C992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395741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82971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07590C-A54B-8264-F866-6EDB3E731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Audience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393846-6064-24C5-2140-75783A6A2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6073554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55935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DAA60-115E-57A0-BC0B-2DC76C18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Ideas for a logo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E0A2D-9521-F1BF-1BAE-775F7A2A2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US" sz="2400" dirty="0"/>
              <a:t>Finals ideas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4" descr="A logo for a car service&#10;&#10;AI-generated content may be incorrect.">
            <a:extLst>
              <a:ext uri="{FF2B5EF4-FFF2-40B4-BE49-F238E27FC236}">
                <a16:creationId xmlns:a16="http://schemas.microsoft.com/office/drawing/2014/main" id="{9289A799-029F-713E-21CF-E0FE34C1D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800" y="413826"/>
            <a:ext cx="2611158" cy="2465239"/>
          </a:xfrm>
          <a:prstGeom prst="rect">
            <a:avLst/>
          </a:prstGeom>
        </p:spPr>
      </p:pic>
      <p:pic>
        <p:nvPicPr>
          <p:cNvPr id="11" name="Picture 10" descr="A logo for a car service&#10;&#10;AI-generated content may be incorrect.">
            <a:extLst>
              <a:ext uri="{FF2B5EF4-FFF2-40B4-BE49-F238E27FC236}">
                <a16:creationId xmlns:a16="http://schemas.microsoft.com/office/drawing/2014/main" id="{FF71EA13-A4A7-EA42-D91C-FF437D3CB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993" y="413827"/>
            <a:ext cx="2465240" cy="2465240"/>
          </a:xfrm>
          <a:prstGeom prst="rect">
            <a:avLst/>
          </a:prstGeom>
        </p:spPr>
      </p:pic>
      <p:pic>
        <p:nvPicPr>
          <p:cNvPr id="14" name="Picture 13" descr="A black and white logo with a dog head and two wrenches&#10;&#10;AI-generated content may be incorrect.">
            <a:extLst>
              <a:ext uri="{FF2B5EF4-FFF2-40B4-BE49-F238E27FC236}">
                <a16:creationId xmlns:a16="http://schemas.microsoft.com/office/drawing/2014/main" id="{EC54A8B5-9384-B29B-2D44-D2401362E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993" y="3786100"/>
            <a:ext cx="2611156" cy="2611156"/>
          </a:xfrm>
          <a:prstGeom prst="rect">
            <a:avLst/>
          </a:prstGeom>
        </p:spPr>
      </p:pic>
      <p:pic>
        <p:nvPicPr>
          <p:cNvPr id="20" name="Picture 19" descr="A black and white logo with a dog head and wrench&#10;&#10;AI-generated content may be incorrect.">
            <a:extLst>
              <a:ext uri="{FF2B5EF4-FFF2-40B4-BE49-F238E27FC236}">
                <a16:creationId xmlns:a16="http://schemas.microsoft.com/office/drawing/2014/main" id="{3C490AD1-194E-4664-8FEE-4ECB95F337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799" y="3786431"/>
            <a:ext cx="2611157" cy="261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58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534F3-CDCC-384C-066E-29579905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ounded Rectangle 14">
            <a:extLst>
              <a:ext uri="{FF2B5EF4-FFF2-40B4-BE49-F238E27FC236}">
                <a16:creationId xmlns:a16="http://schemas.microsoft.com/office/drawing/2014/main" id="{4E8062D5-6861-A26F-0B4E-3723D5033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92A496-522E-4765-FFCA-E0D66BD25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32C95C0-9475-30B6-37AA-0C1FCACA88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086397-3D25-751A-D28A-EE880E9C9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7B80-B551-057E-A0C5-F300A8EA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Final Logo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DB27DF-01D7-AD19-49BD-4205FB9147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6430174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 descr="A dog with two pistons and a red and white text&#10;&#10;AI-generated content may be incorrect.">
            <a:extLst>
              <a:ext uri="{FF2B5EF4-FFF2-40B4-BE49-F238E27FC236}">
                <a16:creationId xmlns:a16="http://schemas.microsoft.com/office/drawing/2014/main" id="{FA4CE61A-0BD5-2C56-3665-CD31A7F991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97041"/>
            <a:ext cx="4519534" cy="451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52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7A4C4-4F58-E057-88B4-B2335FA0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782" y="1316425"/>
            <a:ext cx="5425218" cy="143228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Website</a:t>
            </a:r>
            <a:br>
              <a:rPr lang="en-US" dirty="0"/>
            </a:br>
            <a:r>
              <a:rPr lang="en-US" sz="1500" dirty="0">
                <a:hlinkClick r:id="rId2"/>
              </a:rPr>
              <a:t>http://127.0.0.1:5500/ramdycarservices.html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5" name="Content Placeholder 4" descr="A screenshot of a black and white website&#10;&#10;AI-generated content may be incorrect.">
            <a:extLst>
              <a:ext uri="{FF2B5EF4-FFF2-40B4-BE49-F238E27FC236}">
                <a16:creationId xmlns:a16="http://schemas.microsoft.com/office/drawing/2014/main" id="{BADA4412-596C-6284-0A25-CEFE767A5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6" y="2687077"/>
            <a:ext cx="3338192" cy="1444333"/>
          </a:xfr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610FFED7-49ED-129F-556F-D79E43F33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12" y="4987990"/>
            <a:ext cx="3338192" cy="1520513"/>
          </a:xfrm>
          <a:prstGeom prst="rect">
            <a:avLst/>
          </a:prstGeom>
        </p:spPr>
      </p:pic>
      <p:pic>
        <p:nvPicPr>
          <p:cNvPr id="11" name="Picture 10" descr="A black and white image of a dog with a piston and a piston&#10;&#10;AI-generated content may be incorrect.">
            <a:extLst>
              <a:ext uri="{FF2B5EF4-FFF2-40B4-BE49-F238E27FC236}">
                <a16:creationId xmlns:a16="http://schemas.microsoft.com/office/drawing/2014/main" id="{7CAF4CA1-7B1B-A2DE-A3E6-19279EEE35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586" y="2748714"/>
            <a:ext cx="3512413" cy="1687223"/>
          </a:xfrm>
          <a:prstGeom prst="rect">
            <a:avLst/>
          </a:prstGeom>
        </p:spPr>
      </p:pic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6EF26DD0-A7E5-F2C6-8BBF-E44A1E89A4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182" y="3839516"/>
            <a:ext cx="3338192" cy="1192841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3E3378-F973-9C49-CF2E-082683E8CB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067" y="4987990"/>
            <a:ext cx="3431932" cy="161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81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hade val="98000"/>
                <a:satMod val="150000"/>
                <a:lumMod val="102000"/>
              </a:schemeClr>
            </a:gs>
            <a:gs pos="50000">
              <a:schemeClr val="bg1">
                <a:tint val="98000"/>
                <a:shade val="90000"/>
                <a:satMod val="13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ECDA1F-977F-40AF-840D-D05BB091D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0"/>
            <a:ext cx="12192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9FECD2-89B7-4AC3-8D54-9733D60AF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6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54C189-4A4C-4899-9585-5281DA208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86E68D-4D43-BEC6-36ED-CD16CDF84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153" y="764373"/>
            <a:ext cx="9320048" cy="12930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Example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6669-E106-FBC5-0EB8-3F0FEAC70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43200"/>
            <a:ext cx="10820400" cy="3475485"/>
          </a:xfrm>
        </p:spPr>
        <p:txBody>
          <a:bodyPr>
            <a:normAutofit/>
          </a:bodyPr>
          <a:lstStyle/>
          <a:p>
            <a:r>
              <a:rPr lang="en-US" sz="1000"/>
              <a:t>  &lt;!-- About --&gt;</a:t>
            </a:r>
          </a:p>
          <a:p>
            <a:r>
              <a:rPr lang="en-US" sz="1000"/>
              <a:t>  &lt;section id="about" class="border-t border-white/10"&gt;</a:t>
            </a:r>
          </a:p>
          <a:p>
            <a:r>
              <a:rPr lang="en-US" sz="1000"/>
              <a:t>    &lt;div class="max-w-6xl mx-auto px-4 py-16 grid md:grid-cols-2 gap-10 items-center"&gt;</a:t>
            </a:r>
          </a:p>
          <a:p>
            <a:r>
              <a:rPr lang="en-US" sz="1000"/>
              <a:t>      &lt;div&gt;</a:t>
            </a:r>
          </a:p>
          <a:p>
            <a:r>
              <a:rPr lang="en-US" sz="1000"/>
              <a:t>        &lt;h2 class="text-3xl md:text-4xl font-black mb-4 font-head"&gt;Elegance meets engineering&lt;/h2&gt;</a:t>
            </a:r>
          </a:p>
          <a:p>
            <a:r>
              <a:rPr lang="en-US" sz="1000"/>
              <a:t>        &lt;p class="text-white/80 text-lg"&gt;We combine dealer‑level tools with boutique service. Transparent pricing, OEM or premium aftermarket parts, and craftsmanship that honors your vehicle.&lt;/p&gt;</a:t>
            </a:r>
          </a:p>
          <a:p>
            <a:r>
              <a:rPr lang="en-US" sz="1000"/>
              <a:t>      &lt;/div&gt;</a:t>
            </a:r>
          </a:p>
          <a:p>
            <a:r>
              <a:rPr lang="en-US" sz="1000"/>
              <a:t>      &lt;div class="aspect-[4/3] rounded-3xl]"&gt;</a:t>
            </a:r>
          </a:p>
          <a:p>
            <a:r>
              <a:rPr lang="en-US" sz="1000"/>
              <a:t>        &lt;img src="ramdy.jpg" alt="Profile Picture" class="image-style"&gt;</a:t>
            </a:r>
          </a:p>
          <a:p>
            <a:r>
              <a:rPr lang="en-US" sz="1000"/>
              <a:t>      &lt;/div&gt;</a:t>
            </a:r>
          </a:p>
          <a:p>
            <a:r>
              <a:rPr lang="en-US" sz="1000"/>
              <a:t>    &lt;/div&gt;</a:t>
            </a:r>
          </a:p>
          <a:p>
            <a:r>
              <a:rPr lang="en-US" sz="1000"/>
              <a:t>  &lt;/section&gt;</a:t>
            </a:r>
          </a:p>
          <a:p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021687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F95BB-B32E-6F12-067D-3939E616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368" y="764373"/>
            <a:ext cx="10222832" cy="5861016"/>
          </a:xfrm>
        </p:spPr>
        <p:txBody>
          <a:bodyPr>
            <a:noAutofit/>
          </a:bodyPr>
          <a:lstStyle/>
          <a:p>
            <a:pPr algn="ctr"/>
            <a:r>
              <a:rPr lang="en-US" sz="161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92381741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199</TotalTime>
  <Words>248</Words>
  <Application>Microsoft Office PowerPoint</Application>
  <PresentationFormat>Widescreen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Vapor Trail</vt:lpstr>
      <vt:lpstr>RAmDY Car Services LLC</vt:lpstr>
      <vt:lpstr>Goal &amp; Challenge </vt:lpstr>
      <vt:lpstr>About </vt:lpstr>
      <vt:lpstr>Audience</vt:lpstr>
      <vt:lpstr>Ideas for a logo</vt:lpstr>
      <vt:lpstr>Final Logo</vt:lpstr>
      <vt:lpstr>Website http://127.0.0.1:5500/ramdycarservices.html </vt:lpstr>
      <vt:lpstr>Example codes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Hirendira Caraveo Aragon</dc:creator>
  <cp:lastModifiedBy>Hirendira Caraveo Aragon</cp:lastModifiedBy>
  <cp:revision>9</cp:revision>
  <dcterms:created xsi:type="dcterms:W3CDTF">2025-10-30T16:16:09Z</dcterms:created>
  <dcterms:modified xsi:type="dcterms:W3CDTF">2025-10-30T19:36:02Z</dcterms:modified>
</cp:coreProperties>
</file>